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85" d="100"/>
          <a:sy n="185" d="100"/>
        </p:scale>
        <p:origin x="4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AE4D4-D380-BFBC-28DF-9EBF0EF56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3336A3-DAF1-EBB5-B745-C50E3A457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24E305-EBA7-45CD-89AC-D41FEC62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474A07-3078-C3DE-16D9-4D6243A2B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8D44E1-6DAE-EEB9-D861-30A94D88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38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16F92-08C5-A50F-A088-8C66CBCE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CA993-D201-A273-1BFD-27DD83A91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225600-5BFD-5C73-7105-4792DF12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8F735C-A944-96BC-51AB-F14DFDBB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3604D3-E201-5732-E8A9-43D5161F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77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DB14F9-253A-F59B-B2B3-67AF4AD1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E0997B-22F2-7D6F-350F-D1FAA34DD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B61403-B9D1-2793-526D-EF71E825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077C51-17F8-90D4-321A-EC8D5F5A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6054E1-492E-9DDF-539D-F96D63B8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1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9821EF-3E80-67E5-26BC-BBAC3F80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AABBD8-B73B-0FC0-7CD2-173F6822D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36E7B5-EFAC-B0F7-6001-B97FBAE9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4CC160-0BA1-9F59-AF8E-4CD1DD15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3A329E-663F-97F7-A3ED-F4F1E838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29D55B-D958-7127-CAB7-98C69A89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07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95D13-BB8C-0768-7274-BA36A01B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6F1651-C779-CEFF-F50E-BE3C01F9A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9933B7-CC0D-8CCA-EC89-9C33655F4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0DA529C-B21E-C7D9-D6FC-C565EB6A2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1A0C61-654A-0A05-609B-FF06AD11C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FBCC22-60D8-E415-1ECE-53355E6F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070FEC0-DD35-4D28-5963-1D9C6766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C432338-E3EB-03FC-A590-26241224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05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BBF324-4AB1-7601-BF1C-2D2F1B66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C17C1CB-9250-D410-404A-7D95697A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5CF0BA-1219-C8EE-DBAB-8B2D5F32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C2EBF-F79B-4F5F-5ADD-D21D23C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95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5954C7-5064-C456-0F46-4F32B652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742B2F-7DB7-4366-88D1-114C4B3A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5917D4-9B81-FA31-91F1-34C3F3A3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36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71E56-59BB-2F43-1CB8-2750B15C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695089-01D6-F797-C9E3-2C243BE43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E4451C-ED7D-3044-7E32-7CF98F1EC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876BAC-80F9-4BA6-C661-1E84E7A0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58FB3E-BBCD-D0DB-23CB-DEC303C3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5827E9-2EF7-0CDB-7302-F4046560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33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6A13E-4A9D-C40A-12DA-EA1886BC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2B0F34D-4750-F685-A8A9-883FB6CF4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A64B8D-EAB6-61E2-E71E-F7429325F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3B9461-8A07-57F5-6AB9-8742C45AC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6E4649-A3CA-9595-1C79-7C487D7F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90D13B-0053-81C1-83E3-96866ED3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68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CCA7B-FA04-78E7-AC9B-836BE85A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78D879-DA3F-B72D-74A8-0A049C58E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86ED79-00D3-293C-63F8-3A67F2A6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44A264-730B-BEDB-9101-95F62216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E03792-5D71-0269-F88B-AFC1C889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34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1D37A9B-915D-6F18-9565-44C822BFC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257392-BC73-F26F-BAF5-81967496D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BF0CB-33F0-60B3-6031-995647AB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0C5E09-7B3D-2D8B-FB82-9661A2A2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33B5CF-458B-2E6B-4271-99E9217A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93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BF0B11-788A-3B86-75C5-BB534C7A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4B1C49-BE85-8F9B-E02D-688A9A6A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BD638B-ADB0-4F6B-FAE5-03151F9DE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91C87-B05E-47B0-BEFC-FF327DCAA705}" type="datetimeFigureOut">
              <a:rPr lang="de-DE" smtClean="0"/>
              <a:t>26.07.2025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BBF32B-3366-9906-DBF9-EC2FEB997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0C9100-C588-0CBC-F3F5-2DA1046F8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D4023-B164-45F1-B6BD-75B28BE32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0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F1E05D4-A707-737D-8C1D-6F08D15FBD00}"/>
              </a:ext>
            </a:extLst>
          </p:cNvPr>
          <p:cNvSpPr/>
          <p:nvPr/>
        </p:nvSpPr>
        <p:spPr>
          <a:xfrm>
            <a:off x="694778" y="520192"/>
            <a:ext cx="7110573" cy="54810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A2FAC0C-4CB6-97FB-9632-D985501B0F12}"/>
              </a:ext>
            </a:extLst>
          </p:cNvPr>
          <p:cNvSpPr/>
          <p:nvPr/>
        </p:nvSpPr>
        <p:spPr>
          <a:xfrm>
            <a:off x="881888" y="889524"/>
            <a:ext cx="6738107" cy="300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lvl="1"/>
            <a:r>
              <a:rPr lang="de-DE" dirty="0">
                <a:latin typeface="FouRegular" pitchFamily="2" charset="0"/>
              </a:rPr>
              <a:t>Magic Header: &lt;OSFX&gt; &lt;Header </a:t>
            </a:r>
            <a:r>
              <a:rPr lang="de-DE" dirty="0" err="1">
                <a:latin typeface="FouRegular" pitchFamily="2" charset="0"/>
              </a:rPr>
              <a:t>Length</a:t>
            </a:r>
            <a:r>
              <a:rPr lang="de-DE" dirty="0">
                <a:latin typeface="FouRegular" pitchFamily="2" charset="0"/>
              </a:rPr>
              <a:t>&gt; 0x0A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E63EE37-153E-6E05-73D3-BCBBF46B2BEB}"/>
              </a:ext>
            </a:extLst>
          </p:cNvPr>
          <p:cNvSpPr txBox="1"/>
          <p:nvPr/>
        </p:nvSpPr>
        <p:spPr>
          <a:xfrm>
            <a:off x="764032" y="45566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FouRegular" pitchFamily="2" charset="0"/>
              </a:rPr>
              <a:t>OSF File </a:t>
            </a:r>
            <a:r>
              <a:rPr lang="de-DE" dirty="0" err="1">
                <a:latin typeface="FouRegular" pitchFamily="2" charset="0"/>
              </a:rPr>
              <a:t>Structure</a:t>
            </a:r>
            <a:endParaRPr lang="de-DE" dirty="0">
              <a:latin typeface="FouRegular" pitchFamily="2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DC928AC-EC69-E40E-A3AC-5C6B9EA1EA3A}"/>
              </a:ext>
            </a:extLst>
          </p:cNvPr>
          <p:cNvSpPr/>
          <p:nvPr/>
        </p:nvSpPr>
        <p:spPr>
          <a:xfrm>
            <a:off x="881888" y="1190260"/>
            <a:ext cx="6738112" cy="152410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844170-0A55-C135-3690-5E7621B9806F}"/>
              </a:ext>
            </a:extLst>
          </p:cNvPr>
          <p:cNvSpPr txBox="1"/>
          <p:nvPr/>
        </p:nvSpPr>
        <p:spPr>
          <a:xfrm>
            <a:off x="1049720" y="122134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FouRegular" pitchFamily="2" charset="0"/>
              </a:rPr>
              <a:t>Header &lt;XML&gt; </a:t>
            </a:r>
            <a:r>
              <a:rPr lang="de-DE" dirty="0" err="1">
                <a:solidFill>
                  <a:schemeClr val="bg1"/>
                </a:solidFill>
                <a:latin typeface="FouRegular" pitchFamily="2" charset="0"/>
              </a:rPr>
              <a:t>or</a:t>
            </a:r>
            <a:r>
              <a:rPr lang="de-DE" dirty="0">
                <a:solidFill>
                  <a:schemeClr val="bg1"/>
                </a:solidFill>
                <a:latin typeface="FouRegular" pitchFamily="2" charset="0"/>
              </a:rPr>
              <a:t> {JSON}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A2907A8-A6F1-DDFD-E5C2-A1DA0BA8E239}"/>
              </a:ext>
            </a:extLst>
          </p:cNvPr>
          <p:cNvSpPr txBox="1"/>
          <p:nvPr/>
        </p:nvSpPr>
        <p:spPr>
          <a:xfrm>
            <a:off x="1053839" y="1563711"/>
            <a:ext cx="3761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="1.0"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="UTF-8"?&gt;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&lt;optimeas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creator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="MakeOSF4DemoFiles"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created_utc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="2025-07-20T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channels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="2"&gt;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="Kanal1"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="double"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sizeoflengthvalue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="2"&gt;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="Kanal2"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="int16"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sizeoflengthvalue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="4"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="1"&gt; 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channels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infos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&lt;info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generator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="MakeOSF4DemoFiles"/&gt;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infos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&lt;/optimeas&gt;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2CD6DFF-7E64-4CD8-840C-CFD548F1A942}"/>
              </a:ext>
            </a:extLst>
          </p:cNvPr>
          <p:cNvSpPr txBox="1"/>
          <p:nvPr/>
        </p:nvSpPr>
        <p:spPr>
          <a:xfrm>
            <a:off x="4606710" y="1216158"/>
            <a:ext cx="2770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"optimeas": {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creator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"MakeOSF4DemoFiles",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created_utc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"2025-07-20",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channels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2,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"Kanal1",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"double",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sizeoflengthvalue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2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"Kanal2",</a:t>
            </a:r>
          </a:p>
          <a:p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de-DE" sz="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de-DE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C3CE07B0-6B56-AB2C-845E-3E231BE4D6EA}"/>
              </a:ext>
            </a:extLst>
          </p:cNvPr>
          <p:cNvCxnSpPr/>
          <p:nvPr/>
        </p:nvCxnSpPr>
        <p:spPr>
          <a:xfrm>
            <a:off x="7164185" y="1185078"/>
            <a:ext cx="0" cy="1536464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88C46772-59A8-2F10-9131-6F9D97BD750E}"/>
              </a:ext>
            </a:extLst>
          </p:cNvPr>
          <p:cNvSpPr txBox="1"/>
          <p:nvPr/>
        </p:nvSpPr>
        <p:spPr>
          <a:xfrm rot="5400000">
            <a:off x="6612057" y="1839679"/>
            <a:ext cx="1616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FouRegular" pitchFamily="2" charset="0"/>
              </a:rPr>
              <a:t>Header </a:t>
            </a:r>
            <a:r>
              <a:rPr lang="de-DE" dirty="0" err="1">
                <a:solidFill>
                  <a:schemeClr val="bg1"/>
                </a:solidFill>
                <a:latin typeface="FouRegular" pitchFamily="2" charset="0"/>
              </a:rPr>
              <a:t>Length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BAB28AD-C11C-0C97-49EE-A3F8ACB54275}"/>
              </a:ext>
            </a:extLst>
          </p:cNvPr>
          <p:cNvSpPr/>
          <p:nvPr/>
        </p:nvSpPr>
        <p:spPr>
          <a:xfrm>
            <a:off x="881887" y="2714368"/>
            <a:ext cx="6738111" cy="25539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98AE713-03FB-B207-100C-6097BE6F9353}"/>
              </a:ext>
            </a:extLst>
          </p:cNvPr>
          <p:cNvSpPr/>
          <p:nvPr/>
        </p:nvSpPr>
        <p:spPr>
          <a:xfrm>
            <a:off x="885755" y="5575658"/>
            <a:ext cx="6734240" cy="3007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FouRegular" pitchFamily="2" charset="0"/>
              </a:rPr>
              <a:t>&lt;EOF&gt;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91D7DFF-739B-4E52-B4A2-7B6CC469CA82}"/>
              </a:ext>
            </a:extLst>
          </p:cNvPr>
          <p:cNvSpPr/>
          <p:nvPr/>
        </p:nvSpPr>
        <p:spPr>
          <a:xfrm>
            <a:off x="1417271" y="2709278"/>
            <a:ext cx="6202725" cy="15363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FA9CC86-848A-FA40-E708-8F76FBE30742}"/>
              </a:ext>
            </a:extLst>
          </p:cNvPr>
          <p:cNvSpPr txBox="1"/>
          <p:nvPr/>
        </p:nvSpPr>
        <p:spPr>
          <a:xfrm>
            <a:off x="1386528" y="2675826"/>
            <a:ext cx="116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FouRegular" pitchFamily="2" charset="0"/>
              </a:rPr>
              <a:t>Data block 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CD3DB25-647A-9999-E3E5-82BC037CAC64}"/>
              </a:ext>
            </a:extLst>
          </p:cNvPr>
          <p:cNvSpPr/>
          <p:nvPr/>
        </p:nvSpPr>
        <p:spPr>
          <a:xfrm>
            <a:off x="2560025" y="2726286"/>
            <a:ext cx="2659876" cy="230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FouRegular" pitchFamily="2" charset="0"/>
              </a:rPr>
              <a:t>Channel Index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A621210-25C4-F21D-789D-8B90D43A3A34}"/>
              </a:ext>
            </a:extLst>
          </p:cNvPr>
          <p:cNvSpPr/>
          <p:nvPr/>
        </p:nvSpPr>
        <p:spPr>
          <a:xfrm>
            <a:off x="2560025" y="2952195"/>
            <a:ext cx="2659876" cy="230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FouRegular" pitchFamily="2" charset="0"/>
              </a:rPr>
              <a:t>Block </a:t>
            </a:r>
            <a:r>
              <a:rPr lang="de-DE" sz="1200" dirty="0" err="1">
                <a:latin typeface="FouRegular" pitchFamily="2" charset="0"/>
              </a:rPr>
              <a:t>Length</a:t>
            </a:r>
            <a:endParaRPr lang="de-DE" sz="1200" dirty="0">
              <a:latin typeface="FouRegular" pitchFamily="2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8807ECC-0EAD-B70D-BE61-5481BEDA4060}"/>
              </a:ext>
            </a:extLst>
          </p:cNvPr>
          <p:cNvSpPr/>
          <p:nvPr/>
        </p:nvSpPr>
        <p:spPr>
          <a:xfrm>
            <a:off x="2560025" y="3171866"/>
            <a:ext cx="2659876" cy="230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FouRegular" pitchFamily="2" charset="0"/>
              </a:rPr>
              <a:t>Control Byte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E8DB0A1-5AAA-49E9-13D1-5BE61E3E72F1}"/>
              </a:ext>
            </a:extLst>
          </p:cNvPr>
          <p:cNvSpPr/>
          <p:nvPr/>
        </p:nvSpPr>
        <p:spPr>
          <a:xfrm>
            <a:off x="2560025" y="3393550"/>
            <a:ext cx="2659876" cy="839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FouRegular" pitchFamily="2" charset="0"/>
              </a:rPr>
              <a:t>Data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19A4E6C-1DFF-4773-10F3-A940772497FB}"/>
              </a:ext>
            </a:extLst>
          </p:cNvPr>
          <p:cNvSpPr txBox="1"/>
          <p:nvPr/>
        </p:nvSpPr>
        <p:spPr>
          <a:xfrm rot="5400000">
            <a:off x="258364" y="3819662"/>
            <a:ext cx="1616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C00557F-5C1C-0B9A-0D67-7DAC8C108A4A}"/>
              </a:ext>
            </a:extLst>
          </p:cNvPr>
          <p:cNvSpPr/>
          <p:nvPr/>
        </p:nvSpPr>
        <p:spPr>
          <a:xfrm>
            <a:off x="1417271" y="4250984"/>
            <a:ext cx="6202725" cy="3318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2F83DE-CCBD-ADE2-D25F-9AFF082959EC}"/>
              </a:ext>
            </a:extLst>
          </p:cNvPr>
          <p:cNvSpPr/>
          <p:nvPr/>
        </p:nvSpPr>
        <p:spPr>
          <a:xfrm>
            <a:off x="1417271" y="4593722"/>
            <a:ext cx="6202725" cy="3318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D5DF5F7-DBF2-8C34-0216-27520595854D}"/>
              </a:ext>
            </a:extLst>
          </p:cNvPr>
          <p:cNvSpPr/>
          <p:nvPr/>
        </p:nvSpPr>
        <p:spPr>
          <a:xfrm>
            <a:off x="1417271" y="4936460"/>
            <a:ext cx="6202725" cy="3318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B9F2683-5048-C534-7427-E79C14BD18AC}"/>
              </a:ext>
            </a:extLst>
          </p:cNvPr>
          <p:cNvSpPr txBox="1"/>
          <p:nvPr/>
        </p:nvSpPr>
        <p:spPr>
          <a:xfrm>
            <a:off x="1417269" y="4257568"/>
            <a:ext cx="116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FouRegular" pitchFamily="2" charset="0"/>
              </a:rPr>
              <a:t>Data block 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72397E6-1F09-B4E8-BD62-CE27EC103F60}"/>
              </a:ext>
            </a:extLst>
          </p:cNvPr>
          <p:cNvSpPr txBox="1"/>
          <p:nvPr/>
        </p:nvSpPr>
        <p:spPr>
          <a:xfrm>
            <a:off x="1417269" y="4603104"/>
            <a:ext cx="116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FouRegular" pitchFamily="2" charset="0"/>
              </a:rPr>
              <a:t>Data block 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D2253-CACD-908F-42C6-E2A85A7684DD}"/>
              </a:ext>
            </a:extLst>
          </p:cNvPr>
          <p:cNvSpPr txBox="1"/>
          <p:nvPr/>
        </p:nvSpPr>
        <p:spPr>
          <a:xfrm>
            <a:off x="1417269" y="4947600"/>
            <a:ext cx="116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FouRegular" pitchFamily="2" charset="0"/>
              </a:rPr>
              <a:t>Data block 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DB442D9-3AB8-F705-798F-83596F5E5387}"/>
              </a:ext>
            </a:extLst>
          </p:cNvPr>
          <p:cNvSpPr txBox="1"/>
          <p:nvPr/>
        </p:nvSpPr>
        <p:spPr>
          <a:xfrm>
            <a:off x="5237224" y="2907773"/>
            <a:ext cx="2264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If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channel</a:t>
            </a:r>
            <a:r>
              <a:rPr lang="de-DE" sz="800" dirty="0">
                <a:solidFill>
                  <a:schemeClr val="bg1"/>
                </a:solidFill>
              </a:rPr>
              <a:t> type </a:t>
            </a:r>
            <a:r>
              <a:rPr lang="de-DE" sz="800" dirty="0" err="1">
                <a:solidFill>
                  <a:schemeClr val="bg1"/>
                </a:solidFill>
              </a:rPr>
              <a:t>is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unknown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or</a:t>
            </a:r>
            <a:r>
              <a:rPr lang="de-DE" sz="800" dirty="0">
                <a:solidFill>
                  <a:schemeClr val="bg1"/>
                </a:solidFill>
              </a:rPr>
              <a:t> not </a:t>
            </a:r>
            <a:r>
              <a:rPr lang="de-DE" sz="800" dirty="0" err="1">
                <a:solidFill>
                  <a:schemeClr val="bg1"/>
                </a:solidFill>
              </a:rPr>
              <a:t>implemented</a:t>
            </a:r>
            <a:r>
              <a:rPr lang="de-DE" sz="800" dirty="0">
                <a:solidFill>
                  <a:schemeClr val="bg1"/>
                </a:solidFill>
              </a:rPr>
              <a:t>, jump </a:t>
            </a:r>
            <a:r>
              <a:rPr lang="de-DE" sz="800" dirty="0" err="1">
                <a:solidFill>
                  <a:schemeClr val="bg1"/>
                </a:solidFill>
              </a:rPr>
              <a:t>directly</a:t>
            </a:r>
            <a:r>
              <a:rPr lang="de-DE" sz="800" dirty="0">
                <a:solidFill>
                  <a:schemeClr val="bg1"/>
                </a:solidFill>
              </a:rPr>
              <a:t> to </a:t>
            </a:r>
            <a:r>
              <a:rPr lang="de-DE" sz="800" dirty="0" err="1">
                <a:solidFill>
                  <a:schemeClr val="bg1"/>
                </a:solidFill>
              </a:rPr>
              <a:t>the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next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data</a:t>
            </a:r>
            <a:r>
              <a:rPr lang="de-DE" sz="800" dirty="0">
                <a:solidFill>
                  <a:schemeClr val="bg1"/>
                </a:solidFill>
              </a:rPr>
              <a:t> block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A3D4C45-B786-EA23-77BA-B100E692A345}"/>
              </a:ext>
            </a:extLst>
          </p:cNvPr>
          <p:cNvSpPr txBox="1"/>
          <p:nvPr/>
        </p:nvSpPr>
        <p:spPr>
          <a:xfrm>
            <a:off x="5230266" y="3182854"/>
            <a:ext cx="2264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Contains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more</a:t>
            </a:r>
            <a:r>
              <a:rPr lang="de-DE" sz="800" dirty="0">
                <a:solidFill>
                  <a:schemeClr val="bg1"/>
                </a:solidFill>
              </a:rPr>
              <a:t> info </a:t>
            </a:r>
            <a:r>
              <a:rPr lang="de-DE" sz="800" dirty="0" err="1">
                <a:solidFill>
                  <a:schemeClr val="bg1"/>
                </a:solidFill>
              </a:rPr>
              <a:t>about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the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data</a:t>
            </a:r>
            <a:endParaRPr lang="de-DE" sz="800" dirty="0">
              <a:solidFill>
                <a:schemeClr val="bg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B3E59AA-8740-304A-8329-7135E7DB7667}"/>
              </a:ext>
            </a:extLst>
          </p:cNvPr>
          <p:cNvSpPr txBox="1"/>
          <p:nvPr/>
        </p:nvSpPr>
        <p:spPr>
          <a:xfrm>
            <a:off x="5219901" y="2720508"/>
            <a:ext cx="2264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</a:rPr>
              <a:t>Reference to </a:t>
            </a:r>
            <a:r>
              <a:rPr lang="de-DE" sz="800" dirty="0" err="1">
                <a:solidFill>
                  <a:schemeClr val="bg1"/>
                </a:solidFill>
              </a:rPr>
              <a:t>the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channel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definition</a:t>
            </a:r>
            <a:r>
              <a:rPr lang="de-DE" sz="800" dirty="0">
                <a:solidFill>
                  <a:schemeClr val="bg1"/>
                </a:solidFill>
              </a:rPr>
              <a:t> (</a:t>
            </a:r>
            <a:r>
              <a:rPr lang="de-DE" sz="800" dirty="0" err="1">
                <a:solidFill>
                  <a:schemeClr val="bg1"/>
                </a:solidFill>
              </a:rPr>
              <a:t>header</a:t>
            </a:r>
            <a:r>
              <a:rPr lang="de-DE" sz="8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FF1BFED2-EB10-C485-802F-E397F10DAA66}"/>
              </a:ext>
            </a:extLst>
          </p:cNvPr>
          <p:cNvCxnSpPr/>
          <p:nvPr/>
        </p:nvCxnSpPr>
        <p:spPr>
          <a:xfrm>
            <a:off x="7164185" y="3126863"/>
            <a:ext cx="0" cy="113070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88C46772-59A8-2F10-9131-6F9D97BD750E}"/>
              </a:ext>
            </a:extLst>
          </p:cNvPr>
          <p:cNvSpPr txBox="1"/>
          <p:nvPr/>
        </p:nvSpPr>
        <p:spPr>
          <a:xfrm rot="5400000">
            <a:off x="6993749" y="3454980"/>
            <a:ext cx="719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Skip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42C470E-3089-BA07-5455-7CA6D7906566}"/>
              </a:ext>
            </a:extLst>
          </p:cNvPr>
          <p:cNvSpPr txBox="1"/>
          <p:nvPr/>
        </p:nvSpPr>
        <p:spPr>
          <a:xfrm>
            <a:off x="5237224" y="3481487"/>
            <a:ext cx="167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</a:rPr>
              <a:t>The DATA </a:t>
            </a:r>
            <a:r>
              <a:rPr lang="de-DE" sz="800" dirty="0" err="1">
                <a:solidFill>
                  <a:schemeClr val="bg1"/>
                </a:solidFill>
              </a:rPr>
              <a:t>itself</a:t>
            </a:r>
            <a:r>
              <a:rPr lang="de-DE" sz="800" dirty="0">
                <a:solidFill>
                  <a:schemeClr val="bg1"/>
                </a:solidFill>
              </a:rPr>
              <a:t>. Can </a:t>
            </a:r>
            <a:r>
              <a:rPr lang="de-DE" sz="800" dirty="0" err="1">
                <a:solidFill>
                  <a:schemeClr val="bg1"/>
                </a:solidFill>
              </a:rPr>
              <a:t>contain</a:t>
            </a:r>
            <a:r>
              <a:rPr lang="de-DE" sz="800" dirty="0">
                <a:solidFill>
                  <a:schemeClr val="bg1"/>
                </a:solidFill>
              </a:rPr>
              <a:t> time/</a:t>
            </a:r>
            <a:r>
              <a:rPr lang="de-DE" sz="800" dirty="0" err="1">
                <a:solidFill>
                  <a:schemeClr val="bg1"/>
                </a:solidFill>
              </a:rPr>
              <a:t>value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pairs</a:t>
            </a:r>
            <a:r>
              <a:rPr lang="de-DE" sz="800" dirty="0">
                <a:solidFill>
                  <a:schemeClr val="bg1"/>
                </a:solidFill>
              </a:rPr>
              <a:t>, </a:t>
            </a:r>
            <a:r>
              <a:rPr lang="de-DE" sz="800" dirty="0" err="1">
                <a:solidFill>
                  <a:schemeClr val="bg1"/>
                </a:solidFill>
              </a:rPr>
              <a:t>values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with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fixed</a:t>
            </a:r>
            <a:r>
              <a:rPr lang="de-DE" sz="800" dirty="0">
                <a:solidFill>
                  <a:schemeClr val="bg1"/>
                </a:solidFill>
              </a:rPr>
              <a:t> sample rate, multiple </a:t>
            </a:r>
            <a:r>
              <a:rPr lang="de-DE" sz="800" dirty="0" err="1">
                <a:solidFill>
                  <a:schemeClr val="bg1"/>
                </a:solidFill>
              </a:rPr>
              <a:t>values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or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binary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data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as</a:t>
            </a:r>
            <a:r>
              <a:rPr lang="de-DE" sz="800" dirty="0">
                <a:solidFill>
                  <a:schemeClr val="bg1"/>
                </a:solidFill>
              </a:rPr>
              <a:t> a </a:t>
            </a:r>
            <a:r>
              <a:rPr lang="de-DE" sz="800" dirty="0" err="1">
                <a:solidFill>
                  <a:schemeClr val="bg1"/>
                </a:solidFill>
              </a:rPr>
              <a:t>container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for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pictures</a:t>
            </a:r>
            <a:r>
              <a:rPr lang="de-DE" sz="800" dirty="0">
                <a:solidFill>
                  <a:schemeClr val="bg1"/>
                </a:solidFill>
              </a:rPr>
              <a:t>, </a:t>
            </a:r>
            <a:r>
              <a:rPr lang="de-DE" sz="800" dirty="0" err="1">
                <a:solidFill>
                  <a:schemeClr val="bg1"/>
                </a:solidFill>
              </a:rPr>
              <a:t>dumps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or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anything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else</a:t>
            </a:r>
            <a:endParaRPr lang="de-DE" sz="800" dirty="0">
              <a:solidFill>
                <a:schemeClr val="bg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CBA62B3-01CD-F0A3-93E7-D35A62092191}"/>
              </a:ext>
            </a:extLst>
          </p:cNvPr>
          <p:cNvSpPr/>
          <p:nvPr/>
        </p:nvSpPr>
        <p:spPr>
          <a:xfrm>
            <a:off x="885755" y="5274922"/>
            <a:ext cx="6734240" cy="300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atin typeface="FouRegular" pitchFamily="2" charset="0"/>
              </a:rPr>
              <a:t>Only</a:t>
            </a:r>
            <a:r>
              <a:rPr lang="de-DE" dirty="0">
                <a:latin typeface="FouRegular" pitchFamily="2" charset="0"/>
              </a:rPr>
              <a:t> OSF4: optional Magic Trailer</a:t>
            </a:r>
          </a:p>
        </p:txBody>
      </p:sp>
    </p:spTree>
    <p:extLst>
      <p:ext uri="{BB962C8B-B14F-4D97-AF65-F5344CB8AC3E}">
        <p14:creationId xmlns:p14="http://schemas.microsoft.com/office/powerpoint/2010/main" val="238832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Breitbild</PresentationFormat>
  <Paragraphs>45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FouRegular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Burkhard Schranz</dc:creator>
  <cp:lastModifiedBy>Burkhard Schranz</cp:lastModifiedBy>
  <cp:revision>1</cp:revision>
  <dcterms:created xsi:type="dcterms:W3CDTF">2025-07-26T12:51:08Z</dcterms:created>
  <dcterms:modified xsi:type="dcterms:W3CDTF">2025-07-26T13:42:16Z</dcterms:modified>
</cp:coreProperties>
</file>